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F3066-E9DA-49A9-A86E-6DE0A3F24FD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8B350-E614-4246-BA12-FAE2329DD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7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03C2A513-DDE5-D046-4F32-37A7D0D531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2A049453-012A-D839-7245-17EC0DBB33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6FC750CC-AE3C-40D7-15BB-7B28CFED3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1AE3ECF-3CC2-4A58-93F8-B0B83C99F0E7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9A01C5-255D-6077-C63E-BD66ABB36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786058"/>
            <a:ext cx="7772400" cy="171451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latin typeface="Bookman Old Style" pitchFamily="18" charset="0"/>
              </a:rPr>
              <a:t>LIFELENS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57E60E0-CB6C-39F5-8AE8-23D6DBFC5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182533"/>
            <a:ext cx="7162800" cy="2065867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000" b="1" dirty="0">
                <a:solidFill>
                  <a:schemeClr val="tx1"/>
                </a:solidFill>
              </a:rPr>
              <a:t>                                                                        Presented by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500" b="1" i="1" dirty="0">
                <a:solidFill>
                  <a:schemeClr val="accent3">
                    <a:lumMod val="50000"/>
                  </a:schemeClr>
                </a:solidFill>
              </a:rPr>
              <a:t>                                                                                                                   </a:t>
            </a:r>
            <a:r>
              <a:rPr lang="en-US" sz="3500" b="1" i="1" dirty="0">
                <a:solidFill>
                  <a:schemeClr val="accent6">
                    <a:lumMod val="75000"/>
                  </a:schemeClr>
                </a:solidFill>
              </a:rPr>
              <a:t>K.JANANI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500" b="1" i="1" dirty="0">
                <a:solidFill>
                  <a:schemeClr val="accent6">
                    <a:lumMod val="75000"/>
                  </a:schemeClr>
                </a:solidFill>
              </a:rPr>
              <a:t>                                                                                                                        G.RAKSHITHA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500" b="1" i="1" dirty="0">
                <a:solidFill>
                  <a:schemeClr val="accent6">
                    <a:lumMod val="75000"/>
                  </a:schemeClr>
                </a:solidFill>
              </a:rPr>
              <a:t>                                                                                                                           K.VINAMRATHA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500" b="1" i="1" dirty="0">
                <a:solidFill>
                  <a:schemeClr val="accent6">
                    <a:lumMod val="75000"/>
                  </a:schemeClr>
                </a:solidFill>
              </a:rPr>
              <a:t>                                                                                                                  P.SANJANA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500" b="1" i="1" dirty="0">
                <a:solidFill>
                  <a:schemeClr val="accent6">
                    <a:lumMod val="75000"/>
                  </a:schemeClr>
                </a:solidFill>
              </a:rPr>
              <a:t>                                                                                                           P.SNEHA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500" b="1" i="1" dirty="0">
                <a:solidFill>
                  <a:schemeClr val="accent6">
                    <a:lumMod val="75000"/>
                  </a:schemeClr>
                </a:solidFill>
              </a:rPr>
              <a:t>                                                                                                                                 M.JAI DURGA BHAVANI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500" b="1" i="1" dirty="0">
                <a:solidFill>
                  <a:schemeClr val="accent6">
                    <a:lumMod val="75000"/>
                  </a:schemeClr>
                </a:solidFill>
              </a:rPr>
              <a:t>                                                                                                           S.SANJANA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6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4974CB-FDEE-FD6E-272B-18618BB1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Title of the Project</a:t>
            </a:r>
          </a:p>
        </p:txBody>
      </p:sp>
      <p:sp>
        <p:nvSpPr>
          <p:cNvPr id="4101" name="Slide Number Placeholder 2">
            <a:extLst>
              <a:ext uri="{FF2B5EF4-FFF2-40B4-BE49-F238E27FC236}">
                <a16:creationId xmlns:a16="http://schemas.microsoft.com/office/drawing/2014/main" id="{A79E9922-7015-0CC6-C5EB-D29B6439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ABA39C-F260-41BB-9C62-9CE6D0D44B4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29324CDD-2C72-B817-0C4E-6CF7A348BCE4}"/>
              </a:ext>
            </a:extLst>
          </p:cNvPr>
          <p:cNvSpPr txBox="1">
            <a:spLocks/>
          </p:cNvSpPr>
          <p:nvPr/>
        </p:nvSpPr>
        <p:spPr>
          <a:xfrm>
            <a:off x="-1" y="1054100"/>
            <a:ext cx="9144001" cy="14700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US" sz="2400" b="1" dirty="0">
              <a:solidFill>
                <a:srgbClr val="C00000"/>
              </a:solidFill>
              <a:latin typeface="Bookman Old Style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Bookman Old Style" pitchFamily="18" charset="0"/>
              </a:rPr>
              <a:t>SREYAS INSTITUTE OF ENGINEERING &amp; TECHNOLOGY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  <a:latin typeface="Bookman Old Style" pitchFamily="18" charset="0"/>
              </a:rPr>
              <a:t>(AUTONOMUS)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000" dirty="0"/>
              <a:t>(Approved by </a:t>
            </a:r>
            <a:r>
              <a:rPr lang="en-US" sz="1000" dirty="0" err="1"/>
              <a:t>A.I.C.T.E.,New</a:t>
            </a:r>
            <a:r>
              <a:rPr lang="en-US" sz="1000" dirty="0"/>
              <a:t> Delhi., Affiliated to JNTUH Hyderabad, Accredited by NAAC ‘A’ Grade &amp; NBA)</a:t>
            </a:r>
            <a:endParaRPr lang="en-US" sz="2400" b="1" dirty="0">
              <a:solidFill>
                <a:srgbClr val="C00000"/>
              </a:solidFill>
              <a:latin typeface="Bookman Old Style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1800" b="1" dirty="0">
                <a:solidFill>
                  <a:schemeClr val="accent4">
                    <a:lumMod val="75000"/>
                  </a:schemeClr>
                </a:solidFill>
                <a:latin typeface="Bookman Old Style" pitchFamily="18" charset="0"/>
              </a:rPr>
              <a:t>DEPARTMENT OF COMPUTER SCIENCE ENGINEERING(AI&amp;ML)</a:t>
            </a:r>
            <a:b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Bookman Old Style" pitchFamily="18" charset="0"/>
              </a:rPr>
            </a:br>
            <a:endParaRPr lang="en-US" sz="2400" b="1" dirty="0">
              <a:solidFill>
                <a:schemeClr val="accent4">
                  <a:lumMod val="75000"/>
                </a:schemeClr>
              </a:solidFill>
              <a:latin typeface="Bookman Old Style" pitchFamily="18" charset="0"/>
            </a:endParaRPr>
          </a:p>
        </p:txBody>
      </p:sp>
      <p:pic>
        <p:nvPicPr>
          <p:cNvPr id="4105" name="Picture 0" descr="LOGO.jpg">
            <a:extLst>
              <a:ext uri="{FF2B5EF4-FFF2-40B4-BE49-F238E27FC236}">
                <a16:creationId xmlns:a16="http://schemas.microsoft.com/office/drawing/2014/main" id="{3491EA16-516F-7CE4-0691-95B95E217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0" y="428604"/>
            <a:ext cx="981075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42125-FB85-2D30-C5B8-B659BC4BEB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961C492-296A-4F4B-A41B-5EE0F56D5F8C}" type="datetime1">
              <a:rPr lang="en-US"/>
              <a:pPr>
                <a:defRPr/>
              </a:pPr>
              <a:t>12/19/2025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 dirty="0"/>
              <a:t>Vision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🎯 </a:t>
            </a:r>
            <a:r>
              <a:rPr sz="4000" dirty="0"/>
              <a:t>Vision:</a:t>
            </a:r>
          </a:p>
          <a:p>
            <a:r>
              <a:rPr dirty="0"/>
              <a:t>To make preventive health accessible through habit awareness.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🚀 </a:t>
            </a:r>
            <a:r>
              <a:rPr sz="3600" dirty="0"/>
              <a:t>Mission:</a:t>
            </a:r>
          </a:p>
          <a:p>
            <a:r>
              <a:rPr dirty="0"/>
              <a:t>Use AI to analyze daily habits and guide users toward healthier lifestyles</a:t>
            </a:r>
            <a:r>
              <a:rPr lang="en-US" dirty="0"/>
              <a:t> </a:t>
            </a:r>
            <a:r>
              <a:rPr dirty="0"/>
              <a:t>before problems appear.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Modern lifestyle causes unhealthy habits</a:t>
            </a:r>
          </a:p>
          <a:p>
            <a:r>
              <a:rPr dirty="0"/>
              <a:t> People ignore small daily behaviors</a:t>
            </a:r>
          </a:p>
          <a:p>
            <a:r>
              <a:rPr dirty="0"/>
              <a:t> Health issues appear only after long-term damage</a:t>
            </a:r>
          </a:p>
          <a:p>
            <a:endParaRPr dirty="0"/>
          </a:p>
          <a:p>
            <a:r>
              <a:rPr dirty="0"/>
              <a:t>❌ No simple tool to visualize habit direction early.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 dirty="0"/>
              <a:t>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Students &amp; IT professionals are high-risk groups</a:t>
            </a:r>
          </a:p>
          <a:p>
            <a:r>
              <a:rPr dirty="0"/>
              <a:t> Increasing screen time &amp; poor sleep</a:t>
            </a:r>
          </a:p>
          <a:p>
            <a:r>
              <a:rPr dirty="0"/>
              <a:t> Preventive healthcare is the future</a:t>
            </a:r>
          </a:p>
          <a:p>
            <a:r>
              <a:rPr dirty="0"/>
              <a:t> Awareness-based tools reduce long-term health risks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dirty="0"/>
              <a:t>Our Solution – </a:t>
            </a:r>
            <a:r>
              <a:rPr sz="6000" b="1" dirty="0" err="1"/>
              <a:t>LifeLens</a:t>
            </a:r>
            <a:endParaRPr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LifeLens</a:t>
            </a:r>
            <a:r>
              <a:rPr dirty="0"/>
              <a:t> is an AI-powered habit insight platform that:</a:t>
            </a:r>
          </a:p>
          <a:p>
            <a:pPr marL="571500" indent="-571500">
              <a:buFont typeface="+mj-lt"/>
              <a:buAutoNum type="romanUcPeriod"/>
            </a:pPr>
            <a:r>
              <a:rPr dirty="0"/>
              <a:t> Tracks lifestyle habits</a:t>
            </a:r>
            <a:endParaRPr lang="en-US" dirty="0"/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 </a:t>
            </a:r>
            <a:r>
              <a:rPr dirty="0"/>
              <a:t>Analyzes behavior patterns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 </a:t>
            </a:r>
            <a:r>
              <a:rPr dirty="0"/>
              <a:t>Shows habit direction</a:t>
            </a:r>
            <a:endParaRPr lang="en-US" dirty="0"/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 </a:t>
            </a:r>
            <a:r>
              <a:rPr dirty="0"/>
              <a:t>Encourages positive redirection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dirty="0"/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focus on *direction*, not diagnosis.</a:t>
            </a:r>
          </a:p>
          <a:p>
            <a:endParaRPr/>
          </a:p>
          <a:p>
            <a:r>
              <a:t>Habits ➜ Patterns ➜ AI Insights ➜ Better Choices</a:t>
            </a:r>
          </a:p>
          <a:p>
            <a:endParaRPr/>
          </a:p>
          <a:p>
            <a:r>
              <a:t>Small changes today = healthier tomorrow.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📱 Screen Time Awareness</a:t>
            </a:r>
          </a:p>
          <a:p>
            <a:r>
              <a:t>😴 Sleep Quality Monitoring</a:t>
            </a:r>
          </a:p>
          <a:p>
            <a:r>
              <a:t>💧 Hydration Tracking</a:t>
            </a:r>
          </a:p>
          <a:p>
            <a:r>
              <a:t>🏃 Physical Activity Insights</a:t>
            </a:r>
          </a:p>
          <a:p>
            <a:r>
              <a:t>📊 Simple &amp; clear user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dirty="0"/>
              <a:t>How </a:t>
            </a:r>
            <a:r>
              <a:rPr sz="6000" b="1" dirty="0" err="1"/>
              <a:t>LifeLens</a:t>
            </a:r>
            <a:r>
              <a:rPr sz="6000" b="1" dirty="0"/>
              <a:t>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1️⃣ User inputs lifestyle data</a:t>
            </a:r>
          </a:p>
          <a:p>
            <a:pPr marL="0" indent="0">
              <a:buNone/>
            </a:pPr>
            <a:r>
              <a:rPr dirty="0"/>
              <a:t>2️⃣ AI processes habit patterns</a:t>
            </a:r>
          </a:p>
          <a:p>
            <a:pPr marL="0" indent="0">
              <a:buNone/>
            </a:pPr>
            <a:r>
              <a:rPr dirty="0"/>
              <a:t>3️⃣ Risk trends are identified</a:t>
            </a:r>
          </a:p>
          <a:p>
            <a:pPr marL="0" indent="0">
              <a:buNone/>
            </a:pPr>
            <a:r>
              <a:rPr dirty="0"/>
              <a:t>4️⃣ Insights are displayed visually</a:t>
            </a:r>
          </a:p>
          <a:p>
            <a:pPr marL="0" indent="0">
              <a:buNone/>
            </a:pPr>
            <a:r>
              <a:rPr dirty="0"/>
              <a:t>5️⃣ User receives redirection guidance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Frontend: React / Next.js</a:t>
            </a:r>
          </a:p>
          <a:p>
            <a:pPr marL="0" indent="0">
              <a:buNone/>
            </a:pPr>
            <a:r>
              <a:rPr dirty="0"/>
              <a:t>• AI Logic: Rule-based (ML-ready)</a:t>
            </a:r>
          </a:p>
          <a:p>
            <a:pPr marL="0" indent="0">
              <a:buNone/>
            </a:pPr>
            <a:r>
              <a:rPr dirty="0"/>
              <a:t>• Hosting &amp; Deployment: </a:t>
            </a:r>
            <a:r>
              <a:rPr dirty="0" err="1"/>
              <a:t>Vercel</a:t>
            </a:r>
            <a:endParaRPr dirty="0"/>
          </a:p>
          <a:p>
            <a:pPr marL="0" indent="0">
              <a:buNone/>
            </a:pPr>
            <a:r>
              <a:rPr dirty="0"/>
              <a:t>• UI Design: Responsive &amp; minimal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800" b="1" dirty="0"/>
              <a:t>What Makes </a:t>
            </a:r>
            <a:r>
              <a:rPr sz="4800" b="1" dirty="0" err="1"/>
              <a:t>LifeLens</a:t>
            </a:r>
            <a:r>
              <a:rPr sz="4800" b="1" dirty="0"/>
              <a:t> Innovative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✨ Preventive focus instead of treatment</a:t>
            </a:r>
          </a:p>
          <a:p>
            <a:r>
              <a:rPr dirty="0"/>
              <a:t>✨ Habit direction visualization</a:t>
            </a:r>
          </a:p>
          <a:p>
            <a:r>
              <a:rPr dirty="0"/>
              <a:t>✨ AI-based awareness model</a:t>
            </a:r>
          </a:p>
          <a:p>
            <a:r>
              <a:rPr dirty="0"/>
              <a:t>✨ Scalable for future AI integrations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7200" b="1" dirty="0"/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000" dirty="0"/>
              <a:t>🌐 Website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en-US" dirty="0"/>
              <a:t>  https://ai-lifestyle-habit-redirection.vercel.app/</a:t>
            </a:r>
            <a:endParaRPr dirty="0"/>
          </a:p>
          <a:p>
            <a:r>
              <a:rPr sz="4000" dirty="0"/>
              <a:t>📂 GitHub:</a:t>
            </a:r>
          </a:p>
          <a:p>
            <a:r>
              <a:rPr dirty="0"/>
              <a:t>Project repository with PPT &amp;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8667"/>
            <a:ext cx="8229600" cy="4525963"/>
          </a:xfrm>
        </p:spPr>
        <p:txBody>
          <a:bodyPr/>
          <a:lstStyle/>
          <a:p>
            <a:r>
              <a:rPr dirty="0" err="1"/>
              <a:t>LifeLens</a:t>
            </a:r>
            <a:r>
              <a:rPr dirty="0"/>
              <a:t> represents a startup-ready idea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that blends AI, health awareness, and user </a:t>
            </a:r>
            <a:r>
              <a:rPr lang="en-US" dirty="0"/>
              <a:t>      </a:t>
            </a:r>
            <a:r>
              <a:rPr dirty="0"/>
              <a:t>simplicity.</a:t>
            </a:r>
          </a:p>
          <a:p>
            <a:endParaRPr dirty="0"/>
          </a:p>
          <a:p>
            <a:r>
              <a:rPr dirty="0"/>
              <a:t>🌱 Small habits today create a healthier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402</Words>
  <Application>Microsoft Office PowerPoint</Application>
  <PresentationFormat>On-screen Show (4:3)</PresentationFormat>
  <Paragraphs>79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Calibri</vt:lpstr>
      <vt:lpstr>Office Theme</vt:lpstr>
      <vt:lpstr>LIFELENS</vt:lpstr>
      <vt:lpstr>Vision &amp; Mission</vt:lpstr>
      <vt:lpstr>Problem Statement</vt:lpstr>
      <vt:lpstr>Why This Problem Matters</vt:lpstr>
      <vt:lpstr>Our Solution – LifeLens</vt:lpstr>
      <vt:lpstr>Core Idea</vt:lpstr>
      <vt:lpstr>Key Features</vt:lpstr>
      <vt:lpstr>How LifeLens Works</vt:lpstr>
      <vt:lpstr>Technology Stack</vt:lpstr>
      <vt:lpstr>What Makes LifeLens Innovative</vt:lpstr>
      <vt:lpstr>Live Demo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Sanjana</dc:creator>
  <cp:keywords/>
  <dc:description>generated using python-pptx</dc:description>
  <cp:lastModifiedBy>sanju sanju</cp:lastModifiedBy>
  <cp:revision>3</cp:revision>
  <dcterms:created xsi:type="dcterms:W3CDTF">2013-01-27T09:14:16Z</dcterms:created>
  <dcterms:modified xsi:type="dcterms:W3CDTF">2025-12-19T14:57:07Z</dcterms:modified>
  <cp:category/>
</cp:coreProperties>
</file>